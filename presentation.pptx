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99C99-E975-4D69-AEC3-2E9AB455CEFD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851CE0-9F07-4091-B441-64E9BEAE5F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589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project turns public information and portfolio data into a simple decision-support tool. It helps a client understand how to allocate capital, what risks matter, and why the recommendation is sensible.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851CE0-9F07-4091-B441-64E9BEAE5FD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909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4CD49-3363-804B-4AA3-77849CABA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0FBCBF-94E2-99AE-4607-20E927E09A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A39C8-8E5F-FCAA-16CA-719E0906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C197D-96C7-47E0-9DC0-839BF92A9212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52058-C923-1341-FEF6-AD4637158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D5728-09A6-1FEB-7296-7D9CFF9C4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8BF9-3F8F-4C83-B4ED-58DEFEAC74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6997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E953F-474C-9579-4746-B41E09EA1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E67C4-3B65-A3D1-0EC9-A85957370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A6E17-6D9A-0308-F0A6-7CFCB492F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C197D-96C7-47E0-9DC0-839BF92A9212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9DFDF-3FC3-C556-289C-8010EB01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94D02-0EDF-D30A-9A4A-9F0D72989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8BF9-3F8F-4C83-B4ED-58DEFEAC74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492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68F69-D76C-1A86-3157-6F28EAD7A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C4E98-F7E9-1DB8-8D0A-50386D355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7E632-64C4-B3CA-8DDB-31E43C0E9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C197D-96C7-47E0-9DC0-839BF92A9212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A3460-6138-E753-872C-2B8404022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AA6EC-2F4E-D730-6310-9D36A88DB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8BF9-3F8F-4C83-B4ED-58DEFEAC74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593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1F3FE-1946-232E-E012-390DB9A62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EC89B-7C2A-B477-C4C3-DAE3AFA8F6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6F7285-C743-BC78-1300-DCDDE3C40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656B5C-3E94-66BA-93BD-59E8481D0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C197D-96C7-47E0-9DC0-839BF92A9212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8858DA-024B-F3A3-0BE2-629670FCB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55AD3-E35E-D058-7C7E-3DFFB5DE0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8BF9-3F8F-4C83-B4ED-58DEFEAC74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3581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BB9D6-2C3D-2E6F-E410-D6D53F86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5EA7B-95A7-4461-A2FD-107E391BF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9F9DEF-34CE-4694-77BA-425560899F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50D62C-BBCD-B9B9-50DD-8FCE37F842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CF9FA0-9343-A629-B126-B66C791A89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5528F3-E4AD-B5EF-1834-CAF2E08F6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C197D-96C7-47E0-9DC0-839BF92A9212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DC8C7C-108B-B57D-22B1-63F93AB26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CEBE16-5841-07CA-5DC8-10171666D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8BF9-3F8F-4C83-B4ED-58DEFEAC74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349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DAD44-DD7D-61A5-6479-2ADD019A8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7E62B4-E970-3A27-A1E0-526489735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C197D-96C7-47E0-9DC0-839BF92A9212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1DC9B6-8256-3F97-2537-D40742EF7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E8984C-B688-22E1-5B12-F3ED02A4B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8BF9-3F8F-4C83-B4ED-58DEFEAC74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4463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2A62D6-0228-9FA4-0D88-AFF13137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C197D-96C7-47E0-9DC0-839BF92A9212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AC6970-6BF2-5235-AAB4-64B2E9F46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7DA1E-DD97-4AE8-FE16-D529DF112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8BF9-3F8F-4C83-B4ED-58DEFEAC74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3849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356CF-2A9A-EF42-FB7A-972733BE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3D4CC-3214-A49F-70E6-D5E7376DB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7D903-4557-7FA8-79B8-C17D8161E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556B2-208B-AB87-9203-8388F3C32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C197D-96C7-47E0-9DC0-839BF92A9212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E579E-22DA-725B-B363-444214696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B0CBBC-441B-D1EF-51A3-EE8F826E9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8BF9-3F8F-4C83-B4ED-58DEFEAC74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5389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48A4F-D9A2-3CA8-7DEF-A49B6BA28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35A185-5671-FCD9-0696-3FB21582435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E3EA64-E9BB-5056-A0AA-4DC55FE92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1AB53-1B3E-5875-7199-737D1E95D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C197D-96C7-47E0-9DC0-839BF92A9212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EFFB2-85EB-A491-1304-BD0E54D57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95D07-E78C-B9E0-B2E7-3CA4F4A3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8BF9-3F8F-4C83-B4ED-58DEFEAC74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4568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24DE-7C64-E0A5-5154-AC4242C36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1ACC32-1AF2-9EF2-042D-97AAEC09A5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56249-7649-EECB-657A-A12791C9A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C197D-96C7-47E0-9DC0-839BF92A9212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00A6F-58BC-734B-BB35-18983184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7C880-E488-53FD-3230-3BB31D471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8BF9-3F8F-4C83-B4ED-58DEFEAC74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8736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0B0D5D-E987-2FE0-F0C4-C7FE9516E1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DA2CD-A565-482C-9B88-44CBEDEF2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915AD-9408-05F1-F207-28FCB6558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C197D-96C7-47E0-9DC0-839BF92A9212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80BBC-2774-459B-597E-D9FC7D3DE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415B4-19A7-79C9-7DD2-B8803344F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8BF9-3F8F-4C83-B4ED-58DEFEAC74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168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BD61E2-F2DD-B6C8-6102-C74342F2C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ED897-912D-C129-1610-84EB70356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37D69-AFA6-C773-EEBB-D51B556472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0C197D-96C7-47E0-9DC0-839BF92A9212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2FCDE-2F5B-0B72-CD6F-EA080F3172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1BA0C-A304-62F0-D46D-C36F4D93D7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898BF9-3F8F-4C83-B4ED-58DEFEAC74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6014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812D7-81A3-EECC-82D5-A1D70CE612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Imperial Capital Allocation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F3DCF6-10BB-B47F-AE6A-4DC441CC52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AI-powered investment guidance for founders and investors</a:t>
            </a:r>
          </a:p>
          <a:p>
            <a:r>
              <a:rPr lang="en-GB" dirty="0"/>
              <a:t>Using public data, portfolio analysis, and LLMs to recommend how a client should invest capital responsibly</a:t>
            </a:r>
          </a:p>
        </p:txBody>
      </p:sp>
    </p:spTree>
    <p:extLst>
      <p:ext uri="{BB962C8B-B14F-4D97-AF65-F5344CB8AC3E}">
        <p14:creationId xmlns:p14="http://schemas.microsoft.com/office/powerpoint/2010/main" val="2571761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F5A1F-E9F3-E8BE-7F24-8C15616DE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237B6-614C-BDAB-D401-1DA59ABAF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Startup founders deciding how to deploy capital in tax-efficient ways</a:t>
            </a:r>
          </a:p>
          <a:p>
            <a:r>
              <a:rPr lang="en-GB" dirty="0"/>
              <a:t>Early-stage investors comparing portfolio strategies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4641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AF3BB-7D46-E1B1-6DE2-5AE0ADD62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F3A07-B88D-0ABB-E03A-869C651B7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058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31688-AA2A-6B11-444E-0A2D65734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the AI does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EA904-9B14-07C8-A54F-A2E83CC0E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4441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DFD88-5446-29FC-1235-67A804D56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4BCAE-C1C8-F06D-3F4B-52FAE8672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8526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665E5-114B-8A48-FFCD-EA3EB3B2E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Live Demo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721A8B-7759-95AC-3463-145E6B4EF3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2758" r="13596"/>
          <a:stretch>
            <a:fillRect/>
          </a:stretch>
        </p:blipFill>
        <p:spPr>
          <a:xfrm>
            <a:off x="838200" y="1690688"/>
            <a:ext cx="6739883" cy="4693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368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91</Words>
  <Application>Microsoft Office PowerPoint</Application>
  <PresentationFormat>Widescreen</PresentationFormat>
  <Paragraphs>12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Imperial Capital Allocation</vt:lpstr>
      <vt:lpstr>The Client</vt:lpstr>
      <vt:lpstr>The Data</vt:lpstr>
      <vt:lpstr>What the AI does</vt:lpstr>
      <vt:lpstr>The recommendations</vt:lpstr>
      <vt:lpstr>Live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Lewis Tang</dc:creator>
  <cp:lastModifiedBy>Lewis Tang</cp:lastModifiedBy>
  <cp:revision>1</cp:revision>
  <dcterms:created xsi:type="dcterms:W3CDTF">2026-10-23T14:25:26Z</dcterms:created>
  <dcterms:modified xsi:type="dcterms:W3CDTF">2026-10-23T14:32:57Z</dcterms:modified>
</cp:coreProperties>
</file>